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1211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88850"/>
            <a:ext cx="557016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Factory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04800" y="390376"/>
            <a:ext cx="55701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50" dirty="0">
                <a:solidFill>
                  <a:srgbClr val="C9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contracts in  →  governed, reconciled, evidence-backed ingestion pipelines out. Built on Databricks.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867251" y="88850"/>
            <a:ext cx="2819400" cy="716161"/>
          </a:xfrm>
          <a:prstGeom prst="roundRect">
            <a:avLst>
              <a:gd name="adj" fmla="val 7093"/>
            </a:avLst>
          </a:prstGeom>
          <a:solidFill>
            <a:srgbClr val="FCA3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94202" y="152251"/>
            <a:ext cx="2616809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1"/>
              </a:lnSpc>
              <a:buNone/>
            </a:pPr>
            <a:r>
              <a:rPr lang="en-US" sz="86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elevator pitch: an LLM drafts the mapping, metadata drives one shared engine, humans hold every gate — a new interface ships in hours, provably correct on every run.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304800" y="957411"/>
            <a:ext cx="3810000" cy="687735"/>
          </a:xfrm>
          <a:prstGeom prst="roundRect">
            <a:avLst>
              <a:gd name="adj" fmla="val 73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28613" y="957411"/>
            <a:ext cx="0" cy="687735"/>
          </a:xfrm>
          <a:prstGeom prst="line">
            <a:avLst/>
          </a:prstGeom>
          <a:noFill/>
          <a:ln w="47625">
            <a:solidFill>
              <a:srgbClr val="1421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725" y="1020812"/>
            <a:ext cx="36044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— interface builds are hand-made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66725" y="1179463"/>
            <a:ext cx="3604451" cy="402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00" dirty="0">
                <a:solidFill>
                  <a:srgbClr val="3C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new source costs weeks: hand-typed column lists, bespoke pipeline code, manual QA, docs that drift on day one. N sources = N codebases to maintain forever — and no systematic proof the data arrived intact.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04800" y="1708547"/>
            <a:ext cx="3810000" cy="1090017"/>
          </a:xfrm>
          <a:prstGeom prst="roundRect">
            <a:avLst>
              <a:gd name="adj" fmla="val 46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28613" y="1708547"/>
            <a:ext cx="0" cy="1090017"/>
          </a:xfrm>
          <a:prstGeom prst="line">
            <a:avLst/>
          </a:prstGeom>
          <a:noFill/>
          <a:ln w="47625">
            <a:solidFill>
              <a:srgbClr val="2272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725" y="1771948"/>
            <a:ext cx="36044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— automate construction, keep judgment human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6725" y="1930598"/>
            <a:ext cx="3604451" cy="804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00" dirty="0">
                <a:solidFill>
                  <a:srgbClr val="3C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Databricks App turns the contract into everything else: live schema discovery, an LLM-drafted mapping spec (specs only — never code), human approval, then auto-provisioned Lakeflow assets: managed ingestion → bronze, ruleset transforms → silver, one workflow that drift-checks, tests, logs and reconciles every run — closing with a metadata-only PR carrying the evidence.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04800" y="2861965"/>
            <a:ext cx="3810000" cy="687735"/>
          </a:xfrm>
          <a:prstGeom prst="roundRect">
            <a:avLst>
              <a:gd name="adj" fmla="val 73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28613" y="2861965"/>
            <a:ext cx="0" cy="687735"/>
          </a:xfrm>
          <a:prstGeom prst="line">
            <a:avLst/>
          </a:prstGeom>
          <a:noFill/>
          <a:ln w="47625">
            <a:solidFill>
              <a:srgbClr val="1421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725" y="2925366"/>
            <a:ext cx="36044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— proven live, not projected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6725" y="3084016"/>
            <a:ext cx="3604451" cy="402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00" dirty="0">
                <a:solidFill>
                  <a:srgbClr val="3C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today: Salesforce → Databricks with 100% reconciliation on every run, drift caught before ingestion, PII auto-tagged in Unity Catalog — including the 3 AM scheduled run with zero standing credentials and the app switched off.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267200" y="957411"/>
            <a:ext cx="46634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04800" y="3638401"/>
            <a:ext cx="1605409" cy="678507"/>
          </a:xfrm>
          <a:prstGeom prst="roundRect">
            <a:avLst>
              <a:gd name="adj" fmla="val 7487"/>
            </a:avLst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19100" y="3701802"/>
            <a:ext cx="14043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CA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→ hours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19100" y="3892302"/>
            <a:ext cx="1404345" cy="240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30" dirty="0">
                <a:solidFill>
                  <a:srgbClr val="C9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new interface; humans review, machines construct</a:t>
            </a:r>
            <a:endParaRPr lang="en-US" sz="730" dirty="0"/>
          </a:p>
        </p:txBody>
      </p:sp>
      <p:sp>
        <p:nvSpPr>
          <p:cNvPr id="23" name="Text 21"/>
          <p:cNvSpPr/>
          <p:nvPr/>
        </p:nvSpPr>
        <p:spPr>
          <a:xfrm>
            <a:off x="2011710" y="3638401"/>
            <a:ext cx="1605260" cy="678507"/>
          </a:xfrm>
          <a:prstGeom prst="roundRect">
            <a:avLst>
              <a:gd name="adj" fmla="val 7487"/>
            </a:avLst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126010" y="3701802"/>
            <a:ext cx="14041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CA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code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126010" y="3892302"/>
            <a:ext cx="1404193" cy="240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30" dirty="0">
                <a:solidFill>
                  <a:srgbClr val="C9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source — one YAML contract, one metadata row</a:t>
            </a:r>
            <a:endParaRPr lang="en-US" sz="730" dirty="0"/>
          </a:p>
        </p:txBody>
      </p:sp>
      <p:sp>
        <p:nvSpPr>
          <p:cNvPr id="26" name="Text 24"/>
          <p:cNvSpPr/>
          <p:nvPr/>
        </p:nvSpPr>
        <p:spPr>
          <a:xfrm>
            <a:off x="3718471" y="3638401"/>
            <a:ext cx="1605409" cy="678507"/>
          </a:xfrm>
          <a:prstGeom prst="roundRect">
            <a:avLst>
              <a:gd name="adj" fmla="val 7487"/>
            </a:avLst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832771" y="3701802"/>
            <a:ext cx="14043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CA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832771" y="3892302"/>
            <a:ext cx="1404345" cy="240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30" dirty="0">
                <a:solidFill>
                  <a:srgbClr val="C9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source-to-target reconciliation, every single run</a:t>
            </a:r>
            <a:endParaRPr lang="en-US" sz="730" dirty="0"/>
          </a:p>
        </p:txBody>
      </p:sp>
      <p:sp>
        <p:nvSpPr>
          <p:cNvPr id="29" name="Text 27"/>
          <p:cNvSpPr/>
          <p:nvPr/>
        </p:nvSpPr>
        <p:spPr>
          <a:xfrm>
            <a:off x="5425380" y="3638401"/>
            <a:ext cx="1605409" cy="678507"/>
          </a:xfrm>
          <a:prstGeom prst="roundRect">
            <a:avLst>
              <a:gd name="adj" fmla="val 7487"/>
            </a:avLst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539680" y="3701802"/>
            <a:ext cx="14043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CA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gates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539680" y="3892302"/>
            <a:ext cx="1404345" cy="361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30" dirty="0">
                <a:solidFill>
                  <a:srgbClr val="C9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· merge · decommission — nothing irreversible without a human</a:t>
            </a:r>
            <a:endParaRPr lang="en-US" sz="730" dirty="0"/>
          </a:p>
        </p:txBody>
      </p:sp>
      <p:sp>
        <p:nvSpPr>
          <p:cNvPr id="32" name="Text 30"/>
          <p:cNvSpPr/>
          <p:nvPr/>
        </p:nvSpPr>
        <p:spPr>
          <a:xfrm>
            <a:off x="7132290" y="3638401"/>
            <a:ext cx="1605409" cy="678507"/>
          </a:xfrm>
          <a:prstGeom prst="roundRect">
            <a:avLst>
              <a:gd name="adj" fmla="val 7487"/>
            </a:avLst>
          </a:prstGeom>
          <a:solidFill>
            <a:srgbClr val="1421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246590" y="3701802"/>
            <a:ext cx="14043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CA3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engine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246590" y="3892302"/>
            <a:ext cx="1404345" cy="240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30" dirty="0">
                <a:solidFill>
                  <a:srgbClr val="C9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semver-versioned, executes all sources — fix once, everywhere</a:t>
            </a:r>
            <a:endParaRPr lang="en-US" sz="730" dirty="0"/>
          </a:p>
        </p:txBody>
      </p:sp>
      <p:sp>
        <p:nvSpPr>
          <p:cNvPr id="35" name="Text 33"/>
          <p:cNvSpPr/>
          <p:nvPr/>
        </p:nvSpPr>
        <p:spPr>
          <a:xfrm>
            <a:off x="304800" y="4355009"/>
            <a:ext cx="2032099" cy="686395"/>
          </a:xfrm>
          <a:prstGeom prst="roundRect">
            <a:avLst>
              <a:gd name="adj" fmla="val 74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304800" y="4374059"/>
            <a:ext cx="2032099" cy="0"/>
          </a:xfrm>
          <a:prstGeom prst="line">
            <a:avLst/>
          </a:prstGeom>
          <a:noFill/>
          <a:ln w="38100">
            <a:solidFill>
              <a:srgbClr val="2272B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6301" y="4456509"/>
            <a:ext cx="186568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760" b="1" dirty="0">
                <a:solidFill>
                  <a:srgbClr val="3C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onboarding:</a:t>
            </a:r>
            <a:pPr algn="l" indent="0" marL="0">
              <a:lnSpc>
                <a:spcPts val="1026"/>
              </a:lnSpc>
              <a:buNone/>
            </a:pPr>
            <a:r>
              <a:rPr lang="en-US" sz="760" dirty="0">
                <a:solidFill>
                  <a:srgbClr val="3C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source #2 costs a YAML file — approve, build, done; it joins the same workflow and pipelines.</a:t>
            </a:r>
            <a:endParaRPr lang="en-US" sz="760" dirty="0"/>
          </a:p>
        </p:txBody>
      </p:sp>
      <p:sp>
        <p:nvSpPr>
          <p:cNvPr id="38" name="Text 36"/>
          <p:cNvSpPr/>
          <p:nvPr/>
        </p:nvSpPr>
        <p:spPr>
          <a:xfrm>
            <a:off x="2438400" y="4355009"/>
            <a:ext cx="2032099" cy="686395"/>
          </a:xfrm>
          <a:prstGeom prst="roundRect">
            <a:avLst>
              <a:gd name="adj" fmla="val 74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2438400" y="4374059"/>
            <a:ext cx="2032099" cy="0"/>
          </a:xfrm>
          <a:prstGeom prst="line">
            <a:avLst/>
          </a:prstGeom>
          <a:noFill/>
          <a:ln w="38100">
            <a:solidFill>
              <a:srgbClr val="2272B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39901" y="4456509"/>
            <a:ext cx="1865680" cy="521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760" b="1" dirty="0">
                <a:solidFill>
                  <a:srgbClr val="3C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by default:</a:t>
            </a:r>
            <a:pPr algn="l" indent="0" marL="0">
              <a:lnSpc>
                <a:spcPts val="1026"/>
              </a:lnSpc>
              <a:buNone/>
            </a:pPr>
            <a:r>
              <a:rPr lang="en-US" sz="760" dirty="0">
                <a:solidFill>
                  <a:srgbClr val="3C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drift gate, DQ rulesets, recon rates and record-level diffs are produced by the platform, not asserted by a team.</a:t>
            </a:r>
            <a:endParaRPr lang="en-US" sz="760" dirty="0"/>
          </a:p>
        </p:txBody>
      </p:sp>
      <p:sp>
        <p:nvSpPr>
          <p:cNvPr id="41" name="Text 39"/>
          <p:cNvSpPr/>
          <p:nvPr/>
        </p:nvSpPr>
        <p:spPr>
          <a:xfrm>
            <a:off x="4572000" y="4355009"/>
            <a:ext cx="2032099" cy="686395"/>
          </a:xfrm>
          <a:prstGeom prst="roundRect">
            <a:avLst>
              <a:gd name="adj" fmla="val 74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4572000" y="4374059"/>
            <a:ext cx="2032099" cy="0"/>
          </a:xfrm>
          <a:prstGeom prst="line">
            <a:avLst/>
          </a:prstGeom>
          <a:noFill/>
          <a:ln w="38100">
            <a:solidFill>
              <a:srgbClr val="2272B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73501" y="4456509"/>
            <a:ext cx="1865680" cy="521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760" b="1" dirty="0">
                <a:solidFill>
                  <a:srgbClr val="3C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&amp; auditable:</a:t>
            </a:r>
            <a:pPr algn="l" indent="0" marL="0">
              <a:lnSpc>
                <a:spcPts val="1026"/>
              </a:lnSpc>
              <a:buNone/>
            </a:pPr>
            <a:r>
              <a:rPr lang="en-US" sz="760" dirty="0">
                <a:solidFill>
                  <a:srgbClr val="3C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table, job and PR traces to its contract, spec and the exact LLM prompt; specs are tombstoned, never deleted.</a:t>
            </a:r>
            <a:endParaRPr lang="en-US" sz="760" dirty="0"/>
          </a:p>
        </p:txBody>
      </p:sp>
      <p:sp>
        <p:nvSpPr>
          <p:cNvPr id="44" name="Text 42"/>
          <p:cNvSpPr/>
          <p:nvPr/>
        </p:nvSpPr>
        <p:spPr>
          <a:xfrm>
            <a:off x="6705600" y="4355009"/>
            <a:ext cx="2032099" cy="686395"/>
          </a:xfrm>
          <a:prstGeom prst="roundRect">
            <a:avLst>
              <a:gd name="adj" fmla="val 74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6705600" y="4374059"/>
            <a:ext cx="2032099" cy="0"/>
          </a:xfrm>
          <a:prstGeom prst="line">
            <a:avLst/>
          </a:prstGeom>
          <a:noFill/>
          <a:ln w="38100">
            <a:solidFill>
              <a:srgbClr val="2272B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07101" y="4456509"/>
            <a:ext cx="186568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760" b="1" dirty="0">
                <a:solidFill>
                  <a:srgbClr val="3C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Databricks:</a:t>
            </a:r>
            <a:pPr algn="l" indent="0" marL="0">
              <a:lnSpc>
                <a:spcPts val="1026"/>
              </a:lnSpc>
              <a:buNone/>
            </a:pPr>
            <a:r>
              <a:rPr lang="en-US" sz="760" dirty="0">
                <a:solidFill>
                  <a:srgbClr val="3C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Lakeflow Connect, Declarative Pipelines, Jobs, Unity Catalog, Lakebase — nothing bespoke to operate.</a:t>
            </a:r>
            <a:endParaRPr lang="en-US" sz="760" dirty="0"/>
          </a:p>
        </p:txBody>
      </p:sp>
      <p:pic>
        <p:nvPicPr>
          <p:cNvPr id="47" name="Image 0" descr="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7200" y="1128861"/>
            <a:ext cx="4572000" cy="2336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Pipeline Factory - One Pager</dc:title>
  <dc:subject>PptxGenJS Presentation</dc:subject>
  <dc:creator>Pipeline Factory</dc:creator>
  <cp:lastModifiedBy>Pipeline Factory</cp:lastModifiedBy>
  <cp:revision>1</cp:revision>
  <dcterms:created xsi:type="dcterms:W3CDTF">2026-07-15T10:37:42Z</dcterms:created>
  <dcterms:modified xsi:type="dcterms:W3CDTF">2026-07-15T10:37:42Z</dcterms:modified>
</cp:coreProperties>
</file>